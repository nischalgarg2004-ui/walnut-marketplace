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Creator-Brand Collaborations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Programmable fame. Automate 1000s of micro-influencers and clippers without the micro-management.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 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 to Micro-Creators and Organic Clipping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DEATH OF TRADITIONAL INFLUENCER ADS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 over Reach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are moving away from expensive, large-scale creators. The focus is shifting entirely to micro-creators and UGC clipping to drive genuine organic marketing that actually converts.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12064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MARKET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Trillion by 2033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economy is projected to grow to over $1 trillion in the next decade. Micro-influencers offer 2-3x higher engagement rates, becoming the core engine of modern advertising spend.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02.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Unorganized, Opaque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060704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77440"/>
            <a:ext cx="9875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OPEN MARKET: There is currently no open, centralized market for creators and brands to deal transparently.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MIDDLEMAN PROBLEM: The market is heavily unorganized and gated by legacy agencies and PR groups.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AUTHENTICITY CHECKS: Brands are blindly paying for campaigns without verification of genuine influence, leading to massive wasted ad spend and off-brief content.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03. THE SOLUTION &amp; OUR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Programmable Fame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Merex is NOT a freelancing website. You don't come here searching for a single influencer.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120640" cy="2926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THE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campaigns so 1000s of micro-influencers and clippers work for you simultaneously. Set the parameters, fund the escrow, and let the ecosystem execute.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120640" cy="292608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MICRO-MANAGEMENT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3832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DMs, no manual invoicing, no agency fees. Merex handles transparent matching, automated deliverable tracking, and milestone-based escrow payouts.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04.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Monetization tied to Transaction Volume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 TRANSACTION FEES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Revenue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charge a transparent transaction fee on successful campaigns. By aligning our success with our users, we incentivize high-quality collaboration and rapid volume scaling.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12064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 SUBSCRIPTION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Niche Features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subscription model targeting power-users and high-volume enterprise brands, unlocking advanced analytics, custom CRM pipelines, and priority API access.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 TRACTION &amp;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Expanding The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0607040" cy="3474720"/>
          </a:xfrm>
          <a:prstGeom prst="rect">
            <a:avLst/>
          </a:prstGeom>
          <a:solidFill>
            <a:srgbClr val="1F1F1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77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PARTNERS &amp; VCS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the infrastructure for programmable fame.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currently raising capital and onboarding strategic partners who can accelerate brand adoption and scale our network of micro-creators and content clippers.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2026-06-11T15:28:34Z</dcterms:created>
  <dcterms:modified xsi:type="dcterms:W3CDTF">2026-06-11T15:28:34Z</dcterms:modified>
</cp:coreProperties>
</file>